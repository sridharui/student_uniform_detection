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Uniform Detection – Review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YOLO-based detection | Laptop webcam | Arduino flag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Input: Laptop Webcam / Video File</a:t>
            </a:r>
          </a:p>
          <a:p>
            <a:pPr/>
            <a:r>
              <a:t>Model Inference: YOLOv11 (Ultralytics) with fallbacks (yolo11n/yolov8m)</a:t>
            </a:r>
          </a:p>
          <a:p>
            <a:pPr/>
            <a:r>
              <a:t>Detection Normalization: Maps labels to standard set</a:t>
            </a:r>
          </a:p>
          <a:p>
            <a:pPr/>
            <a:r>
              <a:t>Rule Engine: Boys (ID+Shirt+Pant+Shoes), Girls (ID+Top+Pant+Shoes)</a:t>
            </a:r>
          </a:p>
          <a:p>
            <a:pPr/>
            <a:r>
              <a:t>Output: On-frame overlay + Terminal status (1/0) + Serial to Arduino</a:t>
            </a:r>
          </a:p>
          <a:p>
            <a:pPr/>
            <a:r>
              <a:t>Artifacts: Trained weights in runs/train/.../best.pt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Start app → Resolve model path relative to script</a:t>
            </a:r>
          </a:p>
          <a:p>
            <a:pPr/>
            <a:r>
              <a:t>Open camera → Read frames (every 5th frame for inference)</a:t>
            </a:r>
          </a:p>
          <a:p>
            <a:pPr/>
            <a:r>
              <a:t>Run YOLO → Collect class names + confidences</a:t>
            </a:r>
          </a:p>
          <a:p>
            <a:pPr/>
            <a:r>
              <a:t>Normalize detections → Aggregate counts</a:t>
            </a:r>
          </a:p>
          <a:p>
            <a:pPr/>
            <a:r>
              <a:t>Apply uniform rules → Decide type (Boys/Girls) + completeness</a:t>
            </a:r>
          </a:p>
          <a:p>
            <a:pPr/>
            <a:r>
              <a:t>Report: draw message, print flag (1/0), send over serial if enabled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Work Since Review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Project restructured: essential files in root, archives in scrap_files/</a:t>
            </a:r>
          </a:p>
          <a:p>
            <a:pPr/>
            <a:r>
              <a:t>Run scripts fixed (no hardcoded subfolders)</a:t>
            </a:r>
          </a:p>
          <a:p>
            <a:pPr/>
            <a:r>
              <a:t>Robust model path resolution + ordered fallbacks</a:t>
            </a:r>
          </a:p>
          <a:p>
            <a:pPr/>
            <a:r>
              <a:t>Detection count logic refined to prevent double-counting</a:t>
            </a:r>
          </a:p>
          <a:p>
            <a:pPr/>
            <a:r>
              <a:t>Webcam handling guarded with try/finally to release resources</a:t>
            </a:r>
          </a:p>
          <a:p>
            <a:pPr/>
            <a:r>
              <a:t>Serial support enabled via pyserial; auto-detect Arduino ports</a:t>
            </a:r>
          </a:p>
          <a:p>
            <a:pPr/>
            <a:r>
              <a:t>Documentation improved; repo published to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Demo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Live detection via laptop webcam</a:t>
            </a:r>
          </a:p>
          <a:p>
            <a:pPr/>
            <a:r>
              <a:t>Status overlay and terminal flag printed</a:t>
            </a:r>
          </a:p>
          <a:p>
            <a:pPr/>
            <a:r>
              <a:t>Works with trained weights (preferred) or fallback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Classes: Identity Card, Shirt/Top, Pant, Shoes, Slippers</a:t>
            </a:r>
          </a:p>
          <a:p>
            <a:pPr/>
            <a:r>
              <a:t>Threshold: 0.5 (adjustable)</a:t>
            </a:r>
          </a:p>
          <a:p>
            <a:pPr/>
            <a:r>
              <a:t>Flag: 1 for complete, 0 otherwise; sent to Arduino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Broaden dataset and retrain for higher accuracy</a:t>
            </a:r>
          </a:p>
          <a:p>
            <a:pPr/>
            <a:r>
              <a:t>Add simple UI toggle for camera/device selection</a:t>
            </a:r>
          </a:p>
          <a:p>
            <a:pPr/>
            <a:r>
              <a:t>Export lightweight build for edge devices (e.g., Jetson/RPi)</a:t>
            </a:r>
          </a:p>
          <a:p>
            <a:pPr/>
            <a:r>
              <a:t>Optional: web API for remote triggering and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